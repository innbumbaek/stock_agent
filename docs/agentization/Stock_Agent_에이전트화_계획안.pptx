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232개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"state_at":  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"spread_mean_bp":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  ·  ● 집행 중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8449056" y="2221992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8449056" y="26060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8449056" y="2990088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미완일 때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8449056" y="3374136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 불일치 — 위 '갈림'이 덮는다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8449056" y="3758184"/>
            <a:ext cx="128016" cy="128016"/>
          </a:xfrm>
          <a:prstGeom prst="rect">
            <a:avLst/>
          </a:prstGeom>
          <a:solidFill>
            <a:srgbClr val="1F2740"/>
          </a:solidFill>
          <a:ln w="12700">
            <a:solidFill>
              <a:srgbClr val="5E6B8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'판정 불가' — 사이클이 따로 돈다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100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반려는 같은 급에서 다시 한다 — 금지어 하나에 T3 을 띄우지 않는다. 두 번 연속이면 그때 올라가고, 어느 인스턴스가 왜 올라갔는지가 봉투에 남는다. 승격이 잦은 지점이 이 시스템이 약한 곳이다.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escalated_because: "desks_disagree"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"measure":      "disposal_days",   "subject": "000660",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"spread_mean_bp":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"2026-09-11", "kind": "raw"}],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"attempt": 1,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"spent": {"tool_calls": 11, "completed": true},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· kind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냈는가 · 원본인가 파생인가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정정이 오면 원장의 같은 칸이 덮어써진다. 파생값을 원본 칸과 대조하면 거짓 '바뀜'이 나온다.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잰 값인가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달라도 같은 것을 쟀으면 같은 이름이다. 이것이 없으면 대조 자체가 안 되고, '갈린 곳 없음'이 '안 봤다'가 된다.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spent · attempt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몇 번 썼고 끝냈는가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담지 않는다 — 에이전트가 신뢰성 있게 세지 못한다. 미완이면 사유를 요구한다.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  (예시 값)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숫자는 모양이다. 실제 값은 발행 기록에서 나온다 — 아직 원장에 물려 돌린 적이 없어 실측이 아니다. 반려가 몰리는 곳은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n/N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통과율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반려가 몰리는 관문도 함께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T1→T2→T3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분포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사유 셋의 분포만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건수 · 호출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미완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토큰은 세지 않는다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0~1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포화도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 이면 그 표시는 배경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12개 · 데스크 정의 9 · 스킬 5 · 자체 검사 232개.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232개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232개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232개)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· 발행 · 승격    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reconcile.py         데스크 간 대조   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12 · 데스크 정의 9 · 스킬 5 · 자체 검사 232개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2026-09-18T08:24:19Z</dcterms:created>
  <dcterms:modified xsi:type="dcterms:W3CDTF">2026-09-18T08:24:19Z</dcterms:modified>
</cp:coreProperties>
</file>