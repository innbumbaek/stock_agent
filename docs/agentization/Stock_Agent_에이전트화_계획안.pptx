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그대로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212개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키·망·원장 없이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macro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disclosures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price_series · 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여전히 가정값이다. 역산기는 들어갔고(run_day.py --stage convene) 실측에는 원장이 필요하다 — 이 수치는 아직 실측이 아니다.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 데스크는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  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"2026-09-11"}],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이 값을 냈는가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정정공시가 오면 원장의 같은 칸이 덮어써진다. 이것이 있어야 '틀렸다'와 '바뀌었다'가 갈린다.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q2-disposal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들어간 것 — agents/ 파이썬 11개 · 데스크 정의 9 · 스킬 5 · 자체 검사 212개.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 변경은 0줄이다. ki_monitor.py 는 열지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열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universe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시장의 상장종목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최근 측정값 한 줄 (종가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start · end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시계열 (오름차순)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fundamentals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period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재무 항목 · 기준일은 보고서 기간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since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일봉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 ECOS · FRED 시계열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staleness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원장이 며칠 뒤처졌는가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state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장부 — 인용 가능 여부 · 붙는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도구 전부 읽기다. 오래됐으면 stale_days 로 알릴 뿐, 몰래 새로 받아오지 않는다. papers 는 원장이 아니라 논문 장부를 읽으므로 등급이 '방법론' 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세 겹으로 막는다 — 쓰기 도구가 없다 · 연결이 mode=ro 다 · 생 SQL 을 받지 않는다. stdout 은 JSON 만, 진단은 stderr.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확정값 — 코드가 이것을 지킨다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아니다. 아래 값은 agents/ 에 들어가 있고, 문서와 코드가 어긋나면 docs/audit.py 가 잡는다.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인자로 받는다 (기본 KOSDAQ). 종목·월 단위로 거른다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100 · 유효 월 ≥ 36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 · rank 로 동값 처리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분위: Q5−Q1 · NW t  |  이벤트: 긴 구간 달력시간 NW · 짧은 창 횡단면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3.0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3.0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≤3편. 트리거와 같은 함수를 쓴다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제목·태그로 q2 · q1 · q4 로 분기 (T1)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 · 종목당 1회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상장일 + 6개월, D-30 영업일 진입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갱신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macro_daily 최신일 &gt; 감시선 · 하루 1회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≤3편 (T3) · 은퇴본은 제외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07:40 · RUN_ALL.cmd cycle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&gt; 3 영업일 → 게이트 ⑤ 반려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asof · source_grade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있으면  → unit 필수 · read[]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null 이면 → reason 필수 (0 으로 채우지 않는다)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→ paper_state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replication 은 필수가 아니다 — unverified 는 아직 없다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read[] = {source, key, value, asof}   ← 재생 가능성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못 읽은 값도 value:null 로 적는다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 토큰 · 도구 6회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40K · 18회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저평가 · 고평가 · 추천 · 목표가 · 목표주가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비중확대 · 비중축소 · 적정주가 · 투자의견 · 강력매수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3.0 은 자연상수가 아니다.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방식과 가정한 검정 횟수에 따라 달라지는 값이고, 재검 대상이다. 다만 한 번의 판정을 위해 낮추지 않는다 — 낮추려면 사람이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 중 넷이 코드로 들어갔다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먼저였다.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들어감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7991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89245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5723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899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226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553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79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5206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533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860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187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514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841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4"/>
          <p:cNvSpPr/>
          <p:nvPr/>
        </p:nvSpPr>
        <p:spPr>
          <a:xfrm>
            <a:off x="2104949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821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914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475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7802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(미검증으로)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papers MCP 도구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들어감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3" name="Shape 4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97362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0668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016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3253435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334670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343997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1" name="Shape 49"/>
          <p:cNvSpPr/>
          <p:nvPr/>
        </p:nvSpPr>
        <p:spPr>
          <a:xfrm>
            <a:off x="353324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651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977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304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5" name="Shape 53"/>
          <p:cNvSpPr/>
          <p:nvPr/>
        </p:nvSpPr>
        <p:spPr>
          <a:xfrm>
            <a:off x="390631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6" name="Shape 54"/>
          <p:cNvSpPr/>
          <p:nvPr/>
        </p:nvSpPr>
        <p:spPr>
          <a:xfrm>
            <a:off x="399958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409285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418612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427939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4372661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593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45591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465246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474573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러너 · 이벤트 러너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|t| ≥ 3.0 확정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장부 append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4" name="Shape 7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들어감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7" name="Shape 7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524134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33461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42787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521147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61441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570768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Shape 83"/>
          <p:cNvSpPr/>
          <p:nvPr/>
        </p:nvSpPr>
        <p:spPr>
          <a:xfrm>
            <a:off x="580095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6" name="Shape 84"/>
          <p:cNvSpPr/>
          <p:nvPr/>
        </p:nvSpPr>
        <p:spPr>
          <a:xfrm>
            <a:off x="589422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749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8" name="Shape 86"/>
          <p:cNvSpPr/>
          <p:nvPr/>
        </p:nvSpPr>
        <p:spPr>
          <a:xfrm>
            <a:off x="608076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9" name="Shape 87"/>
          <p:cNvSpPr/>
          <p:nvPr/>
        </p:nvSpPr>
        <p:spPr>
          <a:xfrm>
            <a:off x="6174029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0" name="Shape 88"/>
          <p:cNvSpPr/>
          <p:nvPr/>
        </p:nvSpPr>
        <p:spPr>
          <a:xfrm>
            <a:off x="626729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1" name="Shape 89"/>
          <p:cNvSpPr/>
          <p:nvPr/>
        </p:nvSpPr>
        <p:spPr>
          <a:xfrm>
            <a:off x="636056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2" name="Shape 90"/>
          <p:cNvSpPr/>
          <p:nvPr/>
        </p:nvSpPr>
        <p:spPr>
          <a:xfrm>
            <a:off x="645383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3" name="Shape 91"/>
          <p:cNvSpPr/>
          <p:nvPr/>
        </p:nvSpPr>
        <p:spPr>
          <a:xfrm>
            <a:off x="654710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4" name="Shape 92"/>
          <p:cNvSpPr/>
          <p:nvPr/>
        </p:nvSpPr>
        <p:spPr>
          <a:xfrm>
            <a:off x="6640373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5" name="Shape 93"/>
          <p:cNvSpPr/>
          <p:nvPr/>
        </p:nvSpPr>
        <p:spPr>
          <a:xfrm>
            <a:off x="673364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691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692017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96"/>
          <p:cNvSpPr/>
          <p:nvPr/>
        </p:nvSpPr>
        <p:spPr>
          <a:xfrm>
            <a:off x="701344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07:40 주간 배치 등록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도래분 합류 · 주 3편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채택률 실측은 원장 필요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들어감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50905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6023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69559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788859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88212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97539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06866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193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5520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34847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174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3501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62827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2154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81481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08085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0135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946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18789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28116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작업지시서 · 예산 · 소멸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· read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일부</a:t>
            </a:r>
            <a:endParaRPr lang="en-US" sz="1050" dirty="0"/>
          </a:p>
        </p:txBody>
      </p:sp>
      <p:sp>
        <p:nvSpPr>
          <p:cNvPr id="144" name="Shape 14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147" name="Shape 145"/>
          <p:cNvSpPr/>
          <p:nvPr/>
        </p:nvSpPr>
        <p:spPr>
          <a:xfrm>
            <a:off x="9776765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70034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63302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56571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49840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243109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6378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429646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522915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1618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70945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80272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89599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98925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8252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1175797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1269066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36233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5560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54887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코드로 끝난 것</a:t>
            </a:r>
            <a:endParaRPr lang="en-US" sz="1000" dirty="0"/>
          </a:p>
        </p:txBody>
      </p:sp>
      <p:sp>
        <p:nvSpPr>
          <p:cNvPr id="178" name="Text 1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러너 · 관문 · 트리거 · 사이클 · 되짚기 — 자체 검사 212개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원장이 있어야 되는 것</a:t>
            </a:r>
            <a:endParaRPr lang="en-US" sz="1000" dirty="0"/>
          </a:p>
        </p:txBody>
      </p:sp>
      <p:sp>
        <p:nvSpPr>
          <p:cNvPr id="182" name="Text 1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5편의 실제 재현 · 채택률 · 트리거 발생률 실측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 정할 것</a:t>
            </a:r>
            <a:endParaRPr lang="en-US" sz="1000" dirty="0"/>
          </a:p>
        </p:txBody>
      </p:sp>
      <p:sp>
        <p:nvSpPr>
          <p:cNvPr id="186" name="Text 1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 — 이 덱이 아니라 회의에서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끝난 것과, 원장이 있어야 되는 것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진짜 원장에 물린다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agents/cycle.py --run  ·  12편 중 5편이 검정 대상이다. 합성 자료로는 러너가 맞다는 것까지만 확인했다.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발생률을 역산한다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agents/run_day.py --stage convene  ·  원장의 공시·변동 이력으로 실제 소집 건수를 잰다. 부하 수치를 가정값에서 실측으로 바꾼다.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method_papers 두 편을 Crossref 로 재대조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hlz2016 · nw1987. 서지는 세 곳에서 일치를 봤지만 빌드 환경은 Crossref 이그레스가 막혀 규율대로의 재대조를 못 했다.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망 필요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needs_runner 가 비었다 — 유지할지 본다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8편이 검정 대상이고 나머지 4편은 추정량·모형이라 원래 대상이 아니다. 새 논문이 그 칸에 걸리면 사유를 적어 넣는다.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확인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— 사람 산출과 대조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스코어카드와 리플레이가 준비돼 있다. 전환 여부는 그 결과를 놓고 회의에서 사람이 정한다.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회의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212개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키·네트워크·원장 없이 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손대지 않았다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12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대상 논문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4편은 원래 대상 아님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미분류 논문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셋 중 하나로 분류됐다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①②③ 이 여기서 안 되는 것은 미완이어서가 아니라 환경 때문이다 — 원장은 87MB 라 저장소에 없고, 빌드 환경은 외부 이그레스가 전면 차단돼 있다. 코드는 세 경우 모두 준비돼 있다.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212개)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25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19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분위 러너 (달력 시간)    25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eventstudy.py        이벤트 러너 (사건 시간)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10종   27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다섯 개를 한 번에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17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13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· 발행 · 승격   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14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15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11 · 데스크 정의 9 · 스킬 5 · 자체 검사 212개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2026-09-18T07:21:22Z</dcterms:created>
  <dcterms:modified xsi:type="dcterms:W3CDTF">2026-09-18T07:21:22Z</dcterms:modified>
</cp:coreProperties>
</file>