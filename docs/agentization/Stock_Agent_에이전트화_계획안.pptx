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10주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기간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2주는 병행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ledger.macro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ledger.disclosure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ledger.factors · ledger.papers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가정값이다. 실측은 Phase 1 에서 원장의 공시·변동 이력으로 역산한다.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ledger.papers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여덟은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  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"2026-09-11"}],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이 값을 냈는가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정정공시가 오면 원장의 같은 칸이 덮어써진다. 이것이 있어야 '틀렸다'와 '바뀌었다'가 갈린다.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쓰는 파이썬은 MCP 서버(~200줄) · 재현 러너(~250줄) · 게이트 검사기(~150줄) 셋뿐이다.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마크다운 정의 파일이고, 기존 코드 변경은 0줄이다.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여덟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대응 CLI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--codes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종목별 관측 사실 전량 (계산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ledger.candles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candles --code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일봉 · 빈 봉은 버린다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ledger.factors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factors --codes --win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값 + 논문 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ledger.calendar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+ 등급 (공표 · 규칙 · 추정)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 --limit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 100대 통계 · 통계명 · 단위 · 시점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ledger.disclosure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--with-disclosures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ledger.quality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얇은 래퍼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항목 · 필드매핑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논문 원장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· replication · limits (읽기만)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도구 전부 원장만 읽는다. 오래됐으면 stale_days 로 알릴 뿐, 몰래 새로 받아오지 않는다 — facts 가 이미 지키는 규칙이다.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규약 유지 — stdout 은 JSON 만, 진단 메시지는 전부 stderr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옮기기 전에 정해야 할 값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아래가 비어 있으면 구현할 때 임의로 정하게 된다. 제안값이며, 착수 전에 확정해야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KOSDAQ 전종목 · 관리종목 · 거래정지 · 스팩 제외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200  AND  영업일 ≥ 500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Q5 − Q1 스프레드 · Newey-West 보정 t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2.0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2.0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 · 이관분 12편은 4주에 소화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dilution · risk 태그가 붙은 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거래대금 급증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20일 중앙값 대비 ≥ 3배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변동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exit_plan.csv 행 변경 감지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D-30 진입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논문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07:30 · 신규 ~6 + 재검 ≤3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≥ 3 영업일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unit · asof · stale_days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source_grade · sources[]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는 null 허용 — 단 null 이면 reason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method.replication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 ∈ {unverified, adopted, warned, retired}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이관분 unverified · 반감기는 원 채택일 기준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전부 도래 상태 → 주 3편 상한으로 4주에 분산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8K 토큰 · 도구 3회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32K · 12회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비중확대 · 비중축소 · 목표주가 · 적정주가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투자의견 · 저평가 · 고평가 · 유망 · 추천 · 상승여력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값들이 Phase 1 의 실제 산출물이다.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코드보다 먼저 한 장으로 합의하고, 바뀌면 이 장을 고친다 — 코드에 흩어 두지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 — 재현 관문을 먼저 세우고 그 위에 소집을 얹는다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먼저다. 재현되지 않은 방법론 위에 에이전트를 아무리 많이 띄워도 의미가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W1–2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 필드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 상태로)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ledger.papers MCP 도구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W3–4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재현 러너 (결정적 코드)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시범 가동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원장 append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W5–6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07:30 주간 배치 등록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후보 + 재검 도래분 합류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채택률 실측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W7–8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생성·예산·소멸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ID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W9–10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종료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사이클이 한 바퀴 돌아 첫 판정이 원장에 쌓인다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0" name="Shape 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종료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대지 않아도 채택본이 갱신된다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종료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여부를 사람이 결정한다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주에 할 것과, 무엇으로 성공을 판정할 것인가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주장으로 환원하는 규칙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방향 있는 한 문장을 뽑는 기준을 정한다. 환원 안 되는 논문은 재현 대상에서 뺀다.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확정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half_life · limits. 코드보다 먼저 한 장으로 합의한다.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골격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하나(amihud2002)만 먼저. 원장 일봉으로 분위 스프레드 부호를 본다.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수동 실행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후보로 수확 → 심사 → 재현을 손으로 한 바퀴 돌려 본다. 자동화는 그다음이다.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 역산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원장의 공시·변동 이력으로 실제 소집 건수를 계산한다. 가정값을 실측으로 바꾼다.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사이클이 도는가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손대지 않아도 매주 돌아야 한다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≥2편/주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채택 유입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산출물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미재현 논문 인용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반려 건수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-80%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 기준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만들 것은 판정 결과가 아니라 "매주 도는 사이클" 이다. 12편은 반감기 순번이 오면 거기에 실린다.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166개)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8종    21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→ 게이트 → 발행     14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10 · 데스크 정의 9 · 스킬 5 · 자체 검사 166개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2026-09-17T13:22:21Z</dcterms:created>
  <dcterms:modified xsi:type="dcterms:W3CDTF">2026-09-17T13:22:21Z</dcterms:modified>
</cp:coreProperties>
</file>