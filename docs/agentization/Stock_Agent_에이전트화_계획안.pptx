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ledger.disclosure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여덟은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6126480" cy="38770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6126480" cy="387705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47088"/>
            <a:ext cx="5715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우리 표본에서 어떻게 나왔는가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verdict 가 '재현됨'이 아니면 그 팩터는 리포트에서 경고와 함께 나가거나 아예 빠진다.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instance ID 가 있다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특정된다.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인스턴스는 무상태다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다시 넣으면 같은 봉투가 나와야 한다 — 안 나오면 그것이 신호다.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옮기기 전에 정해야 할 값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아래가 비어 있으면 구현할 때 임의로 정하게 된다. 제안값이며, 착수 전에 확정해야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KOSDAQ 전종목 · 관리종목 · 거래정지 · 스팩 제외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200  AND  영업일 ≥ 500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Q5 − Q1 스프레드 · Newey-West 보정 t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2.0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2.0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 · 이관분 12편은 4주에 소화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dilution · risk 태그가 붙은 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거래대금 급증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20일 중앙값 대비 ≥ 3배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변동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exit_plan.csv 행 변경 감지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D-30 진입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논문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07:30 · 신규 ~6 + 재검 ≤3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≥ 3 영업일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unit · asof · stale_days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source_grade · sources[]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는 null 허용 — 단 null 이면 reason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method.replication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 ∈ {unverified, adopted, warned, retired}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이관분 unverified · 반감기는 원 채택일 기준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전부 도래 상태 → 주 3편 상한으로 4주에 분산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8K 토큰 · 도구 3회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32K · 12회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비중확대 · 비중축소 · 목표주가 · 적정주가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투자의견 · 저평가 · 고평가 · 유망 · 추천 · 상승여력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값들이 Phase 1 의 실제 산출물이다.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코드보다 먼저 한 장으로 합의하고, 바뀌면 이 장을 고친다 — 코드에 흩어 두지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 상태로)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시범 가동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원장 append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07:30 주간 배치 등록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후보 + 재검 도래분 합류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채택률 실측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사이클이 한 바퀴 돌아 첫 판정이 원장에 쌓인다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환원하는 규칙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방향 있는 한 문장을 뽑는 기준을 정한다.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수동 실행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후보로 수확 → 심사 → 재현을 손으로 한 바퀴 돌려 본다. 자동화는 그다음이다.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사이클이 도는가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매주 돌아야 한다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산출물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만들 것은 판정 결과가 아니라 "매주 도는 사이클" 이다. 12편은 반감기 순번이 오면 거기에 실린다.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151개)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  21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→ 게이트 → 발행 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scorecard.py         계측 (고치지는 않는다)    11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9 · 데스크 정의 9 · 스킬 5 · 자체 검사 151개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2026-09-17T11:06:43Z</dcterms:created>
  <dcterms:modified xsi:type="dcterms:W3CDTF">2026-09-17T11:06:43Z</dcterms:modified>
</cp:coreProperties>
</file>