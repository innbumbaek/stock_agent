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  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"2026-09-11"}],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이 값을 냈는가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정정공시가 오면 원장의 같은 칸이 덮어써진다. 이것이 있어야 '틀렸다'와 '바뀌었다'가 갈린다.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q2-disposal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11개 · 데스크 정의 9 · 스킬 5 · 자체 검사 199개.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· 예산 · 소멸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199개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199개)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27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17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→ 게이트 → 발행     14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11 · 데스크 정의 9 · 스킬 5 · 자체 검사 199개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2026-09-18T06:23:36Z</dcterms:created>
  <dcterms:modified xsi:type="dcterms:W3CDTF">2026-09-18T06:23:36Z</dcterms:modified>
</cp:coreProperties>
</file>