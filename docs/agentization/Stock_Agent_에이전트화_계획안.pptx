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190개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  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"2026-09-11"}],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이 값을 냈는가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정정공시가 오면 원장의 같은 칸이 덮어써진다. 이것이 있어야 '틀렸다'와 '바뀌었다'가 갈린다.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11개 · 데스크 정의 9 · 스킬 5 · 자체 검사 190개.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190개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ahxz2006 을 어떻게 할지 정한다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러너를 만들어 ritter1991 · fh2001 을 넣었다. 남은 하나는 일간 잔차 변동성이라 러너를 더 만들지, 미검증으로 둘지는 판단이다.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판단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190개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아님 4 · 러너 미비 1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190개)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→ 게이트 → 발행 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11 · 데스크 정의 9 · 스킬 5 · 자체 검사 190개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2026-09-18T05:52:24Z</dcterms:created>
  <dcterms:modified xsi:type="dcterms:W3CDTF">2026-09-18T05:52:24Z</dcterms:modified>
</cp:coreProperties>
</file>