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279개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13개 · 데스크 정의 9 · 스킬 5 · 자체 검사 279개.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279개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279개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279개)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열세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13 · 데스크 정의 9 · 스킬 5 · 자체 검사 279개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2026-09-19T01:23:00Z</dcterms:created>
  <dcterms:modified xsi:type="dcterms:W3CDTF">2026-09-19T01:23:00Z</dcterms:modified>
</cp:coreProperties>
</file>