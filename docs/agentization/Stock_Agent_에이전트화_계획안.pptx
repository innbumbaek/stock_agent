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172개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10개 · 데스크 정의 9 · 스킬 5 · 자체 검사 172개.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t (시차 4(T/100)^(2/9))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(결정적 코드)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172개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세 편을 어떻게 할지 정한다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ritter1991 · fh2001 은 이벤트 시간, ahxz2006 은 일간 잔차. 러너를 더 만들지, 그 셋을 미검증으로 둘지는 판단이다.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판단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172개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아님 4 · 러너 미비 3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172개)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10 · 데스크 정의 9 · 스킬 5 · 자체 검사 172개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2026-09-17T13:42:56Z</dcterms:created>
  <dcterms:modified xsi:type="dcterms:W3CDTF">2026-09-17T13:42:56Z</dcterms:modified>
</cp:coreProperties>
</file>