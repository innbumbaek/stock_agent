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방안은 기존 측정 파이프라인을 유지한 채 그 위에 조직을 얹는 제안입니다. 핵심은 측정층과 판단층의 분리입니다.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는 이 방안의 승인 여부와 무관하게 오늘 처리해야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5669280" cy="566928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3108960" cy="3108960"/>
          </a:xfrm>
          <a:prstGeom prst="ellipse">
            <a:avLst/>
          </a:prstGeom>
          <a:solidFill>
            <a:srgbClr val="C8A24A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검토용 · 대외비 · 투자권유 자료 아님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 Agent 에이전트화 방안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889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파일 측정 도구를  ·  대형 증권사형 멀티 에이전트 데스크로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1868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8,684줄은 다시 쓰지 않는다. 감싸서 조직을 얹는다.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159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901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에이전트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43159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4901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권한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58384" y="43159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358384" y="4901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게이트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54112" y="43159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54112" y="4901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기간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D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2026-09-13  ·  대상 저장소 InnbumBaek/Stock_Agent  ·  최종 결정은 투자심의위원회에서 사람이 한다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— 무엇을 바꾸고, 무엇을 지키는가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7178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83664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8366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바꾼다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3794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한 명이 읽던 §1~§18을 여덟 개 데스크가 나눠 읽는다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19456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리포트는 이미 나온다. 문제는 85개 종목의 §5를 읽을 사람이 없다는 것이다.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7178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072384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F6B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07238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지킨다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02666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원장(ki.sqlite)은 여전히 측정한 사실만 담는다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3832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에이전트에게는 쓰기 도구를 아예 주지 않는다. 규칙이 아니라 구조로 막는다.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041648"/>
            <a:ext cx="7178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261104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6110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만든다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21538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'해석' 등급과 준법감시 게이트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57200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산출은 1차 자료가 아니다. 다섯 번째 등급을 만들어 섞이지 않게 한다.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73568" y="1664208"/>
            <a:ext cx="1719072" cy="1627632"/>
          </a:xfrm>
          <a:prstGeom prst="roundRect">
            <a:avLst>
              <a:gd name="adj" fmla="val 44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19872" y="18653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119872" y="24505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에이전트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27249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리서치3·집행1·통제3·간사1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820656" y="1664208"/>
            <a:ext cx="1719072" cy="1627632"/>
          </a:xfrm>
          <a:prstGeom prst="roundRect">
            <a:avLst>
              <a:gd name="adj" fmla="val 44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966960" y="18653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24505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주체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7249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 단독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3568" y="3438144"/>
            <a:ext cx="1719072" cy="1627632"/>
          </a:xfrm>
          <a:prstGeom prst="roundRect">
            <a:avLst>
              <a:gd name="adj" fmla="val 44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119872" y="363931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42245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전 게이트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119872" y="4498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데스크가 거부권 보유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20656" y="3438144"/>
            <a:ext cx="1719072" cy="1627632"/>
          </a:xfrm>
          <a:prstGeom prst="roundRect">
            <a:avLst>
              <a:gd name="adj" fmla="val 44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966960" y="363931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42245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966960" y="4498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1차·참고·방법론·사내·해석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5266944"/>
            <a:ext cx="7178040" cy="786384"/>
          </a:xfrm>
          <a:prstGeom prst="roundRect">
            <a:avLst>
              <a:gd name="adj" fmla="val 9302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04672" y="539496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자동화하는 것은 '읽기'이지 '결정'이 아니다.  </a:t>
            </a:r>
            <a:pPr indent="0" marL="0">
              <a:buNone/>
            </a:pPr>
            <a:r>
              <a:rPr lang="en-US" sz="11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늘어도 점수·등급·매매 시그널은 만들지 않는다. 회의에 올라가는 것은 쟁점이지 결론이 아니다.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5566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CLAUDE.md '절대 깨지 말아야 할 것' 1~5 · stock-monitor/README.md 설계 원칙 1~4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진단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가진 것 — 측정 파이프라인은 이미 완성돼 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 것은 측정이 아니라, 측정 결과를 읽고 정렬하는 층이다.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956816" cy="1481328"/>
          </a:xfrm>
          <a:prstGeom prst="roundRect">
            <a:avLst>
              <a:gd name="adj" fmla="val 49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4944" y="20116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API 5종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37744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 · DART · ECOS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· FRED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239572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956816" cy="1481328"/>
          </a:xfrm>
          <a:prstGeom prst="roundRect">
            <a:avLst>
              <a:gd name="adj" fmla="val 4938"/>
            </a:avLst>
          </a:prstGeom>
          <a:solidFill>
            <a:srgbClr val="2C3E6B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62656" y="20116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원장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37744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사실만 담는다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테이블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91456" y="239572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02352" y="1828800"/>
            <a:ext cx="1956816" cy="1481328"/>
          </a:xfrm>
          <a:prstGeom prst="roundRect">
            <a:avLst>
              <a:gd name="adj" fmla="val 4938"/>
            </a:avLst>
          </a:prstGeom>
          <a:solidFill>
            <a:srgbClr val="2C3E6B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30368" y="20116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함수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37744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처분소요일 · 집행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 · 분위 · 매물대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239572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70064" y="1828800"/>
            <a:ext cx="1956816" cy="1481328"/>
          </a:xfrm>
          <a:prstGeom prst="roundRect">
            <a:avLst>
              <a:gd name="adj" fmla="val 4938"/>
            </a:avLst>
          </a:prstGeom>
          <a:solidFill>
            <a:srgbClr val="2C3E6B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98080" y="20116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리포트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237744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§1~§8 · 외부 리소스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절마다 출처 등급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39572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37776" y="1828800"/>
            <a:ext cx="1956816" cy="1481328"/>
          </a:xfrm>
          <a:prstGeom prst="roundRect">
            <a:avLst>
              <a:gd name="adj" fmla="val 4938"/>
            </a:avLst>
          </a:prstGeom>
          <a:solidFill>
            <a:srgbClr val="C8A24A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765792" y="20116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회의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37744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결정한다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675888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9808" y="3858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8,684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443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· 단일 파일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하나가 수집·계산·리포트를 전부 한다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0712" y="3675888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593592" y="3858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3593592" y="4443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 공식 API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593592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없음 · 유료 벤더 없음 · 뉴스 본문 없음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4496" y="3675888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37376" y="3858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34" name="Text 32"/>
          <p:cNvSpPr txBox="1"/>
          <p:nvPr/>
        </p:nvSpPr>
        <p:spPr>
          <a:xfrm>
            <a:off x="6437376" y="4443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 채택 논문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37376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팩터마다 논문 키를 달고 나간다 (.papers.json)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98280" y="3675888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281160" y="3858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4443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핵심 질문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진척 · q2 처분여건 · q3 실행 · q4 시점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431536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04672" y="5541264"/>
            <a:ext cx="106006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</a:t>
            </a:r>
            <a:pPr indent="0" marL="0">
              <a:buNone/>
            </a:pPr>
            <a:r>
              <a:rPr lang="en-US" sz="12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데이터·계산·검증(자체 검증 세트 128개)은 손댈 것이 없다. 부족한 것은 </a:t>
            </a:r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산출물을 읽어 회의 쟁점으로 바꾸는 사람의 시간</a:t>
            </a:r>
            <a:pPr indent="0" marL="0">
              <a:buNone/>
            </a:pPr>
            <a:r>
              <a:rPr lang="en-US" sz="12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하나뿐이다.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45566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저장소 실측 (ki_monitor.py · .papers.json · CATALOG 31개 항목 · SECTIONS 18개 절)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에이전트화인가 — 병목은 계산이 아니라 독해다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04688" cy="3877056"/>
          </a:xfrm>
          <a:prstGeom prst="roundRect">
            <a:avLst>
              <a:gd name="adj" fmla="val 1887"/>
            </a:avLst>
          </a:prstGeom>
          <a:solidFill>
            <a:srgbClr val="FBF0EF"/>
          </a:solidFill>
          <a:ln w="12700">
            <a:solidFill>
              <a:srgbClr val="E9CF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병목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286000"/>
            <a:ext cx="347472" cy="347472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2677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사람이 한 명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57860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리포트는 매일 08:50에 나오지만, §1~§18을 끝까지 읽는 사람은 사실상 한 명이다.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3328416"/>
            <a:ext cx="347472" cy="347472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33101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85개 종목 × §5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62102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상세는 사람이 통독할 분량이 아니다. 결국 몇 종목만 보고 회의에 들어간다.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4370832"/>
            <a:ext cx="347472" cy="347472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43525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붙이기가 수작업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6634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 원문 · 채택 논문 · 매크로 일정을 종목에 연결하는 일은 전부 손이다.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572768"/>
            <a:ext cx="5504688" cy="3877056"/>
          </a:xfrm>
          <a:prstGeom prst="roundRect">
            <a:avLst>
              <a:gd name="adj" fmla="val 1887"/>
            </a:avLst>
          </a:prstGeom>
          <a:solidFill>
            <a:srgbClr val="EEF5F1"/>
          </a:solidFill>
          <a:ln w="12700">
            <a:solidFill>
              <a:srgbClr val="CBDFD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1773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에이전트화 이후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0" y="2286000"/>
            <a:ext cx="347472" cy="347472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2677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데스크가 나눠 동시에 읽는다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57860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기업분석·계량·매크로·집행이 각자 자기 절만 맡아 병렬로 읽는다.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328416"/>
            <a:ext cx="347472" cy="347472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33101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종목마다 초안이 붙는다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62102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 옆에 '이 숫자가 무엇을 뜻할 수 있는가'가 등급 '해석'으로 함께 온다.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4370832"/>
            <a:ext cx="347472" cy="347472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43525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회의에는 쟁점만 올라온다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46634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간사 에이전트가 데스크 간 불일치와 결측만 추려 한 장으로 정렬한다.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577840"/>
            <a:ext cx="11057839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1248" y="5687568"/>
            <a:ext cx="105091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대상은 '독해와 정렬'이다.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지금과 똑같이 회의에서 사람이 한다 — 이 경계가 흔들리면 에이전트화는 실패다.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들어와도 깨지 않는 다섯 가지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아래는 CLAUDE.md 에 이미 적혀 있는 규칙이다. 에이전트화는 이것을 완화하는 일이 아니라, 코드가 아닌 곳에서도 지키게 만드는 일이다.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203704"/>
            <a:ext cx="374904" cy="3749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20370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재기만 하고 판단하지 않는다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414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점수·등급·매매 시그널을 만들지 않는다.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5669280" cy="402336"/>
          </a:xfrm>
          <a:prstGeom prst="roundRect">
            <a:avLst>
              <a:gd name="adj" fmla="val 18182"/>
            </a:avLst>
          </a:prstGeom>
          <a:solidFill>
            <a:srgbClr val="EDF1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88736" y="219456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적용 — 산출물 판정 어휘 게이트 (게이트 ①)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843784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2999232"/>
            <a:ext cx="374904" cy="3749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299923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원장에는 측정한 사실만 쓴다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2095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추정·가정·장중 스냅샷(persist=False)을 넣지 않는다.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2990088"/>
            <a:ext cx="5669280" cy="402336"/>
          </a:xfrm>
          <a:prstGeom prst="roundRect">
            <a:avLst>
              <a:gd name="adj" fmla="val 18182"/>
            </a:avLst>
          </a:prstGeom>
          <a:solidFill>
            <a:srgbClr val="EDF1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88736" y="2990088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적용 — MCP 에 쓰기 도구 미노출 (구조적 차단)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639312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794760"/>
            <a:ext cx="374904" cy="3749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79476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값을 만들지 않는다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4005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구한 값은 None 과 사유. 0 으로 채우지 않는다.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3785616"/>
            <a:ext cx="5669280" cy="402336"/>
          </a:xfrm>
          <a:prstGeom prst="roundRect">
            <a:avLst>
              <a:gd name="adj" fmla="val 18182"/>
            </a:avLst>
          </a:prstGeom>
          <a:solidFill>
            <a:srgbClr val="EDF1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88736" y="3785616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적용 — 봉투 스키마의 null 허용 · 신선도 게이트 (④)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43484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6384" y="4590288"/>
            <a:ext cx="374904" cy="3749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6384" y="459028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4517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재료에는 등급이 있다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316736" y="4800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참고 · 방법론 · 사내를 같은 표에 섞지 않는다.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4581144"/>
            <a:ext cx="5669280" cy="402336"/>
          </a:xfrm>
          <a:prstGeom prst="roundRect">
            <a:avLst>
              <a:gd name="adj" fmla="val 18182"/>
            </a:avLst>
          </a:prstGeom>
          <a:solidFill>
            <a:srgbClr val="EDF1F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88736" y="4581144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적용 — 다섯 번째 등급 '해석' 신설 (게이트 ②)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230368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6384" y="5385816"/>
            <a:ext cx="374904" cy="3749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6384" y="538581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316736" y="5312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키와 대외비는 저장소 밖에 둔다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316736" y="5596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 는 약하다. git add -f 한 번이면 뚫린다.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60720" y="5376672"/>
            <a:ext cx="5669280" cy="402336"/>
          </a:xfrm>
          <a:prstGeom prst="roundRect">
            <a:avLst>
              <a:gd name="adj" fmla="val 18182"/>
            </a:avLst>
          </a:prstGeom>
          <a:solidFill>
            <a:srgbClr val="EDF1F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88736" y="537667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적용 — 출력 scrub() 강제 · 유출 게이트 (⑤)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45566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— CLAUDE.md §1~§5 · selftest 128개가 ①·⑤의 코드 측면을 이미 검사한다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정보교류차단 — 측정층과 판단층을 벽으로 나눈다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증권사가 고유계정과 리서치를 벽으로 나누듯, 원장과 에이전트를 나눈다.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4663440" cy="3054096"/>
          </a:xfrm>
          <a:prstGeom prst="roundRect">
            <a:avLst>
              <a:gd name="adj" fmla="val 239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측정층  MEASUREMENT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311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원장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980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API 5종에서 받은 값만 들어간다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쓰기 주체는 data-ops 단독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KIS 장중 스냅샷은 persist=False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502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오염되면 되돌릴 수 없다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 · catchup · fundamentals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68112" y="1755648"/>
            <a:ext cx="1298448" cy="3054096"/>
          </a:xfrm>
          <a:prstGeom prst="roundRect">
            <a:avLst>
              <a:gd name="adj" fmla="val 7042"/>
            </a:avLst>
          </a:prstGeom>
          <a:solidFill>
            <a:srgbClr val="1A1508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68112" y="2084832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 기 전 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321868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ki-ledger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68112" y="39319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도구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96912" y="1755648"/>
            <a:ext cx="4343400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52944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판단층  INTERPRETATION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552944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 데스크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52944" y="2798064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44384" y="2798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2798064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0" y="2798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계량분석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52944" y="3200400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44384" y="32004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09760" y="3200400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0" y="32004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52944" y="3602736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44384" y="36027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509760" y="3602736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0" y="36027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준법감시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2944" y="400507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44384" y="4005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데이터운영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09760" y="4005072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DF1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01200" y="4005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 간사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552944" y="4443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등급 = '해석' — 절대 1차가 되지 않는다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4992624"/>
            <a:ext cx="3602736" cy="1042416"/>
          </a:xfrm>
          <a:prstGeom prst="roundRect">
            <a:avLst>
              <a:gd name="adj" fmla="val 7018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68096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벽은 규칙이 아니라 구조다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68096" y="543153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'쓰지 마라'라고 프롬프트에 적는 대신, 쓸 수 있는 도구를 만들지 않는다.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25112" y="4992624"/>
            <a:ext cx="3602736" cy="1042416"/>
          </a:xfrm>
          <a:prstGeom prst="roundRect">
            <a:avLst>
              <a:gd name="adj" fmla="val 7018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52628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역류를 막는다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526280" y="543153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해석이 다음 측정의 입력이 되면 오염이 순환한다. 봉투는 한 방향으로만 흐른다.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83296" y="4992624"/>
            <a:ext cx="3602736" cy="1042416"/>
          </a:xfrm>
          <a:prstGeom prst="roundRect">
            <a:avLst>
              <a:gd name="adj" fmla="val 7018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284464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가능하게 남긴다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284464" y="543153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데스크 산출물은 봉투째 저장된다. 나중에 '왜 그렇게 읽었는가'를 되짚을 수 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ORG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증권사 조직을 그대로 옮긴다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개념을 발명하지 않는다. 이미 검증된 분업과 견제 구조를 에이전트에 대응시킨다.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1554480"/>
            <a:ext cx="4690872" cy="493776"/>
          </a:xfrm>
          <a:prstGeom prst="roundRect">
            <a:avLst>
              <a:gd name="adj" fmla="val 14815"/>
            </a:avLst>
          </a:prstGeom>
          <a:solidFill>
            <a:srgbClr val="C8A24A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49040" y="1554480"/>
            <a:ext cx="4690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4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투자심의위원회 (IC)  ·  사람이 결정한다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76" y="2048256"/>
            <a:ext cx="0" cy="18288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1104" y="2231136"/>
            <a:ext cx="3666744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61104" y="2231136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ic-chair  ·  간사 — 통합·정렬 (판단하지 않는다)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4476" y="2688336"/>
            <a:ext cx="0" cy="1645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0784" y="2852928"/>
            <a:ext cx="8787384" cy="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3916" y="2852928"/>
            <a:ext cx="0" cy="1645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017520"/>
            <a:ext cx="2093976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" y="307238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리서치본부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31012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" y="3675888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equity-analyst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297680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1792" y="429768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quant-researcher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계량분석역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919472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" y="4919472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macro-strategist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매크로전략역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77056" y="2852928"/>
            <a:ext cx="0" cy="1645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0068" y="3017520"/>
            <a:ext cx="2093976" cy="530352"/>
          </a:xfrm>
          <a:prstGeom prst="roundRect">
            <a:avLst>
              <a:gd name="adj" fmla="val 13793"/>
            </a:avLst>
          </a:prstGeom>
          <a:solidFill>
            <a:srgbClr val="2C3E6B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884932" y="307238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트레이딩·집행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884932" y="331012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0068" y="3675888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884932" y="3675888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execution-trader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집행역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0196" y="2852928"/>
            <a:ext cx="0" cy="1645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93208" y="3017520"/>
            <a:ext cx="2093976" cy="530352"/>
          </a:xfrm>
          <a:prstGeom prst="roundRect">
            <a:avLst>
              <a:gd name="adj" fmla="val 13793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148072" y="307238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리스크관리본부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148072" y="331012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93208" y="3675888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148072" y="3675888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risk-officer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리스크심사역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148072" y="433425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03336" y="2852928"/>
            <a:ext cx="0" cy="1645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56348" y="3017520"/>
            <a:ext cx="2093976" cy="530352"/>
          </a:xfrm>
          <a:prstGeom prst="roundRect">
            <a:avLst>
              <a:gd name="adj" fmla="val 13793"/>
            </a:avLst>
          </a:prstGeom>
          <a:solidFill>
            <a:srgbClr val="9E2B25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411212" y="307238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준법감시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411212" y="331012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56348" y="3675888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411212" y="3675888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compliance-officer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준법감시역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411212" y="433425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거부권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666476" y="2852928"/>
            <a:ext cx="0" cy="164592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19488" y="3017520"/>
            <a:ext cx="2093976" cy="530352"/>
          </a:xfrm>
          <a:prstGeom prst="roundRect">
            <a:avLst>
              <a:gd name="adj" fmla="val 13793"/>
            </a:avLst>
          </a:prstGeom>
          <a:solidFill>
            <a:srgbClr val="1F6B4E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674352" y="307238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데이터·IT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674352" y="331012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619488" y="3675888"/>
            <a:ext cx="209397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674352" y="3675888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원장운영역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674352" y="433425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단독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" y="587044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22960" y="58704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견제 구조 —  </a:t>
            </a:r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리서치가 만든 해석은 리스크와 준법감시 </a:t>
            </a:r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곳을 모두 통과</a:t>
            </a:r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IC 에 올라간다(4-eyes). 원장을 고칠 수 있는 곳은 데이터·IT 하나뿐이고, 그곳은 해석을 쓰지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CATALOG  1/2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정의 — 리서치본부 · 트레이딩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데스크는 리포트의 특정 절과 네 개 질문 중 하나에 묶인다. 담당 범위 밖은 읽지 않는다.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82496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3063240"/>
                <a:gridCol w="2642616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· 직책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읽는가 (입력)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내는가 (산출)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제약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equity-analyst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기업분석역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ledger.facts · ledger.disclosure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공시 원문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§5 종목별 코멘트 초안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이벤트의 사실관계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원문만 인용. 제목 요약 금지 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발행조건·전환가·리픽싱은 원문에 있다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quant-researcher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계량분석역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ledger.factors · ledger.candles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.papers.json 채택본 12편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§6 팩터 해설 + limits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채택 심사 (하루 1편)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채택본에 없는 논문 인용 금지.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논문이 주장하지 않는 것을 함께 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macro-strategist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매크로전략역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ledger.macro (ECOS 100대)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ledger.calendar · FRED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§4·§7 국면 서술 (수준 아닌 분위)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금통위·만기·락업 일정 정렬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락업은 '추정' 등급 고정 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의무보유확약으로 서술하면 게이트 탈락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execution-trader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ledger.facts (거래량·거래대금)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§3 집행 시뮬레이션 결과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 규칙 4종 비교 해설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참여율·충격 가정의 민감도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API 호출 불가 (OrderNotAllowed).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평균과 중앙값을 반드시 함께 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541264"/>
            <a:ext cx="11057839" cy="694944"/>
          </a:xfrm>
          <a:prstGeom prst="roundRect">
            <a:avLst>
              <a:gd name="adj" fmla="val 10526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541264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세 데스크는 서로의 산출물을 보지 않는다. 같은 결론으로 수렴하면 교차검증의 의미가 사라지기 때문이다. 불일치는 지우지 않고 IC 간사가 쟁점으로 올린다.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CATALOG  2/2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정의 — 통제 · 운영 · 의결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이쪽은 새로운 해석을 만들지 않는다. 만들어진 해석을 검사하고, 원장을 유지하고, 회의에 올린다.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82496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3063240"/>
                <a:gridCol w="2642616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· 직책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읽는가 (입력)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내는가 (산출)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제약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risk-officer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리스크심사역  (거부권)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리서치·집행 데스크의 봉투 전량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ledger.facts 원본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재검산 (교차검산 · 항등식)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집중도 · 상관 · 가정 스트레스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인용된 값이 원장 값과 다르면 즉시 반려.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숫자를 고쳐 주지 않는다 — 돌려보낸다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compliance-officer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준법감시역  (거부권)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 직전의 모든 산출물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SECTION_SOURCES · CATALOG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여섯 게이트 판정 · 발행 승인/반려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대외비·자격증명 유출 검사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어휘·등급 혼입·미인용 논문·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신선도 초과 중 하나라도 걸리면 발행 중단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data-ops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원장운영역  (쓰기 단독)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KRX·DART·ECOS·KIS·FRED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diagnose · catalog · .api_fields.json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ingest · catchup · fundamentals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stale_days · 결측 · 필드매핑 감시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해석을 만들지 않는다. 이 데스크만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ki.sqlite 에 쓸 수 있고, 사실만 쓴다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ic-chair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투자심의위원회 간사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게이트를 통과한 봉투 전량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회의자료 한 장으로 조립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 간 불일치·결측을 쟁점화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의견·권고를 쓰지 않는다.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쟁점을 정렬할 뿐, 결정은 사람이 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541264"/>
            <a:ext cx="11057839" cy="694944"/>
          </a:xfrm>
          <a:prstGeom prst="roundRect">
            <a:avLst>
              <a:gd name="adj" fmla="val 10526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541264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거부권은 실제로 발행을 멈추는 권한이다. 두 통제 데스크 중 하나라도 반려하면 그날 회의자료에서 해당 절이 통째로 빠지고, 그 자리에는 '반려됨 — 사유'가 남는다. 조용히 통과시키는 것이 가장 위험하다.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매트릭스 — 누가 무엇을 할 수 있는가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프롬프트가 아니라 도구 노출과 훅으로 강제한다. 아래는 실제로 부여할 도구 목록이다.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2395728"/>
                <a:gridCol w="1170432"/>
                <a:gridCol w="1170432"/>
                <a:gridCol w="1691640"/>
                <a:gridCol w="1170432"/>
                <a:gridCol w="1481328"/>
                <a:gridCol w="1060704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KIS 주문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회의자료 발행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equity-analyst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A2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DART 원문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quant-researcher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A2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논문 4곳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macro-strategist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A2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ECOS·FRED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execution-trader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risk-officer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compliance-officer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data-ops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5종 전부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ic-chair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A2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초안만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48656"/>
            <a:ext cx="3602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5417820"/>
            <a:ext cx="146304" cy="146304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주문 열은 전부 ✕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566928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서버에 주문 API 가 있지만 화이트리스트에 없다. 코드가 OrderNotAllowed 로 막고 selftest 가 매번 검사한다. 에이전트에게도 이 도구는 만들지 않는다.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25112" y="5248656"/>
            <a:ext cx="3602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5417820"/>
            <a:ext cx="146304" cy="146304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4024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쓰기는 한 칸뿐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566928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 만 ●. 나머지 일곱은 MCP 읽기 도구만 받는다. '쓰지 말라'는 지시가 아니라 쓸 수단이 없는 상태다.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83296" y="5248656"/>
            <a:ext cx="36027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84464" y="5417820"/>
            <a:ext cx="146304" cy="146304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22208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는 화이트리스트 호출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84464" y="566928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데스크가 부를 수 있는 엔드포인트를 명시 열거한다. 목록 밖 호출은 PreToolUse 훅이 차단한다.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PROTOCOL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사이를 오가는 것은 숫자가 아니라 '봉투'다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넘기면 받는 쪽에서 가정과 한계가 사라진다. 이 도구가 이미 facts 로 지키는 규칙을 에이전트 간 통신에 그대로 적용한다.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6126480" cy="3712464"/>
          </a:xfrm>
          <a:prstGeom prst="roundRect">
            <a:avLst>
              <a:gd name="adj" fmla="val 1970"/>
            </a:avLst>
          </a:prstGeom>
          <a:solidFill>
            <a:srgbClr val="12203C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01952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"claim":        "처분 소요일수 12.4 영업일",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"value":        12.4,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"unit":         "business_days",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"asof":         "2026-09-11",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"stale_days":   2,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"source_grade": "해석",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     ["KRX/일별매매정보"],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{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"paper":   "amihud2002",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"assumes": { "participation": 0.15 }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"limits": [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"논문 표본은 미국 상장주 — 코스닥",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"소형주 외삽의 근거가 아니다",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"평균 기준. 중앙값 기준은 18.1일"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"desk":       "execution-trader",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"reviewed_by": ["risk", "compliance"]</a:t>
            </a:r>
            <a:endParaRPr lang="en-US" sz="95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76288" y="1773936"/>
            <a:ext cx="47548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77456" y="1874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source_grade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1883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참고 · 방법론 · 사내 · 해석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77456" y="21396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번째 등급 '해석'을 신설한다. 에이전트가 쓴 문장은 무엇을 근거로 삼았든 '해석'이며, 승격 경로가 없다.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76288" y="2724912"/>
            <a:ext cx="47548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77456" y="2825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asof · stale_days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834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기준일과 며칠 묵었는가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077456" y="30906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주 묵은 종가가 현재가 행세를 하는 것이 가장 조용한 실패다. 봉투에 없으면 게이트에서 반려된다.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76288" y="3675888"/>
            <a:ext cx="47548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77456" y="37764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method.paper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3785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 12편 중 어느 것인가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40416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팩터는 논문 키를 달고 나간다. 채택본에 없는 키는 게이트 ③ 이 잡는다.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76288" y="4626864"/>
            <a:ext cx="47548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77456" y="4727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47365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논문이 주장하지 않는 것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499262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사고는 논문이 말한 적 없는 것을 말했다고 읽는 것이다. 비어 있으면 발행되지 않는다.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5596128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1248" y="5705856"/>
            <a:ext cx="105091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봉투는 한 방향으로만 흐른다.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측정층 → 판단층 → 통제 → IC. 역류(해석이 원장으로 되돌아가는 것)는 스키마에도 도구에도 경로가 없다.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— 8,684줄을 다시 쓰지 않고 감싼다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는 한 줄도 고치지 않는다. 이미 있는 JSON 출력 명령(facts · candles · factors · calendar · macro)이 그대로 인터페이스가 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993392"/>
            <a:ext cx="786384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993392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9344" y="19385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ic-chair 오케스트레이터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248656" y="193852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 · 서브에이전트 팬아웃/팬인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482328" y="19385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통과분만 조립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55748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2665476"/>
            <a:ext cx="786384" cy="365760"/>
          </a:xfrm>
          <a:prstGeom prst="roundRect">
            <a:avLst>
              <a:gd name="adj" fmla="val 17500"/>
            </a:avLst>
          </a:prstGeom>
          <a:solidFill>
            <a:srgbClr val="2C3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" y="2665476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09344" y="26106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.claude/agents/*.md  8개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61061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시스템 프롬프트 · 허용 도구 목록 · 담당 절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482328" y="26106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목록이 곧 권한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227832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3337560"/>
            <a:ext cx="786384" cy="365760"/>
          </a:xfrm>
          <a:prstGeom prst="roundRect">
            <a:avLst>
              <a:gd name="adj" fmla="val 17500"/>
            </a:avLst>
          </a:prstGeom>
          <a:solidFill>
            <a:srgbClr val="5B4B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" y="333756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609344" y="32826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.claude/skills/  4종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32826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source-grading · envelope-schema · paper-adoption · compliance-gate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482328" y="32826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4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프롬프트에 흩지 않는다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899916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" y="4009644"/>
            <a:ext cx="786384" cy="365760"/>
          </a:xfrm>
          <a:prstGeom prst="roundRect">
            <a:avLst>
              <a:gd name="adj" fmla="val 17500"/>
            </a:avLst>
          </a:prstGeom>
          <a:solidFill>
            <a:srgbClr val="1F6B4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4944" y="400964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609344" y="39547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 ki-ledger (stdio · Python)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39547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의 읽기 명령만 감싼 7개 도구. 쓰기 도구 없음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482328" y="39547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벽이 세워지는 지점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57200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" y="4681728"/>
            <a:ext cx="786384" cy="365760"/>
          </a:xfrm>
          <a:prstGeom prst="roundRect">
            <a:avLst>
              <a:gd name="adj" fmla="val 17500"/>
            </a:avLst>
          </a:prstGeom>
          <a:solidFill>
            <a:srgbClr val="9E2B2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4944" y="468172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609344" y="46268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 PreToolUse / PostToolUse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248656" y="462686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화이트리스트 밖 호출 차단 · 모든 출력에 scrub() 강제 · 봉투 스키마 검증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482328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지키는 마지막 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244084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4944" y="5353812"/>
            <a:ext cx="786384" cy="365760"/>
          </a:xfrm>
          <a:prstGeom prst="roundRect">
            <a:avLst>
              <a:gd name="adj" fmla="val 17500"/>
            </a:avLst>
          </a:prstGeom>
          <a:solidFill>
            <a:srgbClr val="6B768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94944" y="5353812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609344" y="52989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 ·  SCHEDULE.cmd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248656" y="529894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없음. 07:30 · 08:50 · 16:10 자동 실행도 그대로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482328" y="52989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손대지 않는다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943600"/>
            <a:ext cx="11057839" cy="475488"/>
          </a:xfrm>
          <a:prstGeom prst="roundRect">
            <a:avLst>
              <a:gd name="adj" fmla="val 15385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22960" y="5943600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추가되는 파이썬 코드는 MCP 서버 한 개(약 200줄)와 게이트 검사기 한 개뿐이다. 나머지는 마크다운 설정 파일이다.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ki-ledger — 벽이 실제로 세워지는 곳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노출하는 도구가 곧 권한이다. 아래 일곱 개 외에는 존재하지 않으므로, 에이전트는 원장을 고칠 방법 자체가 없다.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6967728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2084832"/>
                <a:gridCol w="2395728"/>
                <a:gridCol w="73152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CLI (이미 존재)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ledger.facts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facts --codes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종목별 관측 사실 전량 (계산 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ledger.candles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candles --code --days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수정주가 일봉 · 빈 봉은 버린다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ledger.factors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factors --codes --win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팩터 값 + 논문 키 + limits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ledger.calendar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calendar --days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+ 등급(공표·규칙·추정)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ledger.macro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 --limit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 100대 통계 · 통계명·단위·시점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ledger.disclosure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facts --with-disclosures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공시 목록 + 접수번호 원문 링크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ledger.quality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6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(신규) 얇은 래퍼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stale_days · 결측 항목 · 필드매핑 검증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B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99248" y="1792224"/>
            <a:ext cx="3931920" cy="1700784"/>
          </a:xfrm>
          <a:prstGeom prst="roundRect">
            <a:avLst>
              <a:gd name="adj" fmla="val 4301"/>
            </a:avLst>
          </a:prstGeom>
          <a:solidFill>
            <a:srgbClr val="F7E9E8"/>
          </a:solidFill>
          <a:ln w="12700">
            <a:solidFill>
              <a:srgbClr val="E9CF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18704" y="1956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노출하지 않는 것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18704" y="2286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ingest · catchup · fundamentals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918704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macro-us · import-keys · migrate-keys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918704" y="2852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watch · live · eod (알림 발송)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918704" y="31363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KIS 주문 계열 전부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99248" y="3639312"/>
            <a:ext cx="393192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18704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 는 예외다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918704" y="4096512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원장운영역만 MCP 가 아니라 Bash 로 ki_monitor.py 를 직접 부른다. 대신 이 데스크에는 해석을 쓰는 권한이 없고, 산출물은 '적재 결과'와 '품질 경고'뿐이다.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99248" y="5102352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918704" y="5248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네트워크를 쓰지 않는다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918704" y="55412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도구 전부 원장만 읽는다. 오래됐으면 stale_days 로 알릴 뿐, 몰래 새로 받아오지 않는다 — facts 가 이미 지키는 규칙이다.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5566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규약 유지 — stdout 은 JSON 만, 진단 메시지는 전부 stderr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운영 — 기존 자동 실행 시각을 그대로 쓴다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SCHEDULE.cmd 의 07:30 · 08:50 · 16:10 은 바꾸지 않는다. 그 사이에 데스크 시간을 끼워 넣는다.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157984" cy="676656"/>
          </a:xfrm>
          <a:prstGeom prst="roundRect">
            <a:avLst>
              <a:gd name="adj" fmla="val 108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" y="192024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07:30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2724912"/>
            <a:ext cx="2157984" cy="279806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8895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수확 · 채택 심사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3456432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EDF1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quant-researcher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840480"/>
            <a:ext cx="18653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곳(arXiv·S2·OpenAlex·Crossref)에서 후보를 쌓고, Crossref 재대조를 통과한 것만 하루 최대 1편 채택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1920240"/>
            <a:ext cx="2157984" cy="676656"/>
          </a:xfrm>
          <a:prstGeom prst="roundRect">
            <a:avLst>
              <a:gd name="adj" fmla="val 10811"/>
            </a:avLst>
          </a:prstGeom>
          <a:solidFill>
            <a:srgbClr val="2C3E6B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834640" y="192024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08:50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834640" y="2724912"/>
            <a:ext cx="2157984" cy="279806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980944" y="28895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리포트 + 데스크 초안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80944" y="3456432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EDF1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54096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3 · 집행 1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3840480"/>
            <a:ext cx="18653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생성 직후 네 데스크가 병렬로 자기 절을 읽고 봉투를 낸다. 서로의 산출은 보지 않는다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02352" y="1920240"/>
            <a:ext cx="2157984" cy="676656"/>
          </a:xfrm>
          <a:prstGeom prst="roundRect">
            <a:avLst>
              <a:gd name="adj" fmla="val 10811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102352" y="192024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~15:30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02352" y="2724912"/>
            <a:ext cx="2157984" cy="279806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248656" y="28895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 감시 (읽기만)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48656" y="3456432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EDF1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21808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248656" y="3840480"/>
            <a:ext cx="18653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스냅샷은 persist=False — 화면에만 뜨고 원장에는 쓰지 않는다. 데스크는 장중에 돌지 않는다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70064" y="1920240"/>
            <a:ext cx="2157984" cy="676656"/>
          </a:xfrm>
          <a:prstGeom prst="roundRect">
            <a:avLst>
              <a:gd name="adj" fmla="val 10811"/>
            </a:avLst>
          </a:prstGeom>
          <a:solidFill>
            <a:srgbClr val="1F6B4E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370064" y="192024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16:10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7370064" y="2724912"/>
            <a:ext cx="2157984" cy="279806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516368" y="28895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 적재 · 품질 점검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16368" y="3456432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EDF1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89520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 단독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516368" y="3840480"/>
            <a:ext cx="18653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그날의 유일한 원장 쓰기. catchup 으로 밀린 영업일을 채우고 stale_days 를 갱신한다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37776" y="1920240"/>
            <a:ext cx="2157984" cy="676656"/>
          </a:xfrm>
          <a:prstGeom prst="roundRect">
            <a:avLst>
              <a:gd name="adj" fmla="val 10811"/>
            </a:avLst>
          </a:prstGeom>
          <a:solidFill>
            <a:srgbClr val="C8A24A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37776" y="192024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24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637776" y="2724912"/>
            <a:ext cx="2157984" cy="279806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784080" y="28895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IC 자료 조립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784080" y="3456432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EDF1F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857232" y="34564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2 · 간사 1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784080" y="3840480"/>
            <a:ext cx="18653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게이트를 돌리고, 통과한 봉투만 한 장으로 조립한다. 반려분은 '반려됨 — 사유'로 남는다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66928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22960" y="566928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장중에 데스크를 돌리지 않는 이유 — </a:t>
            </a:r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장부 위에 세운 해석을 장중 값과 섞으면, 무엇을 근거로 읽었는지가 시각마다 달라진다. 하루 한 번, 같은 기준일 위에서만 읽는다.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전 여섯 개의 게이트를 통과해야 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자체 검증 128개는 그대로 둔다. 게이트는 코드가 아니라 '에이전트가 쓴 문장'을 검사하는 층으로 그 위에 얹는다.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360273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194560"/>
            <a:ext cx="402336" cy="402336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어휘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7614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산출물에 점수·등급·목표주가·매수/매도 어휘가 있는가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" y="3291840"/>
            <a:ext cx="3182112" cy="292608"/>
          </a:xfrm>
          <a:prstGeom prst="roundRect">
            <a:avLst>
              <a:gd name="adj" fmla="val 18750"/>
            </a:avLst>
          </a:prstGeom>
          <a:solidFill>
            <a:srgbClr val="F1F4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32918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—  발견 시 해당 문장 삭제 후 반려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5112" y="1975104"/>
            <a:ext cx="360273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2194560"/>
            <a:ext cx="402336" cy="402336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4456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56632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56632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7614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주장에 grade 가 있는가 · '해석'이 '1차'로 승격되지 않았는가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4568" y="3291840"/>
            <a:ext cx="3182112" cy="292608"/>
          </a:xfrm>
          <a:prstGeom prst="roundRect">
            <a:avLst>
              <a:gd name="adj" fmla="val 18750"/>
            </a:avLst>
          </a:prstGeom>
          <a:solidFill>
            <a:srgbClr val="F1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54296" y="32918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—  등급 없는 주장은 발행 차단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83296" y="1975104"/>
            <a:ext cx="360273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2752" y="21945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027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814816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3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814816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실재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7614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키가 .papers.json 채택본에 있는가 · limits 가 비어 있지 않은가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02752" y="3291840"/>
            <a:ext cx="3182112" cy="292608"/>
          </a:xfrm>
          <a:prstGeom prst="roundRect">
            <a:avLst>
              <a:gd name="adj" fmla="val 18750"/>
            </a:avLst>
          </a:prstGeom>
          <a:solidFill>
            <a:srgbClr val="F1F4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0" y="32918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—  미채택 논문 인용 시 즉시 반려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858768"/>
            <a:ext cx="360273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" y="4078224"/>
            <a:ext cx="402336" cy="402336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6384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98448" y="4059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4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298448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" y="4645152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asof · stale_days 가 붙어 있는가 · 임계일(기본 3영업일)을 넘지 않았는가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6384" y="5175504"/>
            <a:ext cx="3182112" cy="292608"/>
          </a:xfrm>
          <a:prstGeom prst="roundRect">
            <a:avLst>
              <a:gd name="adj" fmla="val 18750"/>
            </a:avLst>
          </a:prstGeom>
          <a:solidFill>
            <a:srgbClr val="F1F4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5175504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—  초과 시 값 대신 '데이터 없음'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25112" y="3858768"/>
            <a:ext cx="360273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44568" y="4078224"/>
            <a:ext cx="402336" cy="402336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44568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056632" y="4059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4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5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056632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검사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544568" y="4645152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키·URL·포트폴리오사 실명이 산출물에 남았는가 (scrub())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44568" y="5175504"/>
            <a:ext cx="3182112" cy="292608"/>
          </a:xfrm>
          <a:prstGeom prst="roundRect">
            <a:avLst>
              <a:gd name="adj" fmla="val 18750"/>
            </a:avLst>
          </a:prstGeom>
          <a:solidFill>
            <a:srgbClr val="F1F4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54296" y="5175504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—  한 건이라도 걸리면 전체 발행 중단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83296" y="3858768"/>
            <a:ext cx="360273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02752" y="4078224"/>
            <a:ext cx="402336" cy="402336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02752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814816" y="4059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6B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6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814816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4-eyes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8302752" y="4645152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준법감시 양쪽이 승인했는가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302752" y="5175504"/>
            <a:ext cx="3182112" cy="292608"/>
          </a:xfrm>
          <a:prstGeom prst="roundRect">
            <a:avLst>
              <a:gd name="adj" fmla="val 18750"/>
            </a:avLst>
          </a:prstGeom>
          <a:solidFill>
            <a:srgbClr val="F1F4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412480" y="5175504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—  한 곳이라도 반려하면 해당 절 제외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6928" y="5815584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841248" y="5815584"/>
            <a:ext cx="10509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게이트는 통계가 아니라 차단기다.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'대체로 지켜졌다'는 판정이 없다. 통과 아니면 반려이고, 반려된 절은 회의자료에서 빈칸이 아니라 '반려됨 — 사유'로 보인다.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완화 — 가장 급한 것은 에이전트가 아니다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는 이번 방안과 무관하게 오늘 처리해야 한다. 압축 파일 안에서 실제로 발견된 사항이다.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932688"/>
                <a:gridCol w="2121408"/>
                <a:gridCol w="4206240"/>
                <a:gridCol w="3794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문제인가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E2B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자격증명 평문 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env.txt 에 KRX·DART·ECOS·FRED·KIS 6종 키가 평문으로 있다. 파일명이 .env 가 아니어서 .gitignore 어떤 규칙에도 안 걸린다.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폐기·재발급 → 저장소 밖(%USERPROFILE%\Stock-Agent-keys\.env)으로 이전 → .gitignore 에 env.txt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환각 — 없는 값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원장에 없는 값을 그럴듯하게 채우는 것이 LLM 의 기본 실패 양식이다. 0 으로 채우는 것보다 나쁘다.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봉투 스키마가 null 을 허용하고 근거 필드를 필수로 한다 + 게이트 ④ 신선도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 혼입 — 해석이 사실로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문장이 §5 표에서 측정값과 같은 무게로 읽히면, 이 도구가 막으려던 실패가 재현된다.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'해석' 등급 신설 + 게이트 ② + 리포트에서 별도 블록으로 분리 렌더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치명·비가역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오염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추정치가 ki.sqlite 에 한 번 들어가면 다음 측정이 오염되고 되돌릴 수 없다.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에 쓰기 도구 미노출 + data-ops 단독 권한 + PreToolUse 훅 차단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유사투자자문 규제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권고·목표가를 생성하는 순간 산출물의 성격이 바뀐다.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 미생성 원칙 유지 + 배포통제 배너(STAGE) + 내부 검토용 고지 유지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· 지연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85개 × 데스크 4개를 매일 돌리면 호출량이 선형으로 는다.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6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데스크별 모델 등급 분리 · 변동 종목만 증분 처리 · 17:00 배치 일괄 실행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705856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F7E9E8"/>
          </a:solidFill>
          <a:ln w="12700">
            <a:solidFill>
              <a:srgbClr val="E9CF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705856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조치 전에는 어떤 단계도 시작하지 않는다. </a:t>
            </a:r>
            <a:pPr indent="0" marL="0">
              <a:buNone/>
            </a:pPr>
            <a:r>
              <a:rPr lang="en-US" sz="11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유출된 상태에서 저장소를 공개 이력에 올리면 재발급 외에 되돌릴 방법이 없다 — CLAUDE.md 가 이미 경고하고 있는 그대로다.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 전환 계획 — 병행 운영으로 끝낸다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두 주는 사람이 만든 회의자료와 에이전트 산출을 나란히 놓고 대조한다. 대조 없이 전환하지 않는다.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2157984" cy="384048"/>
          </a:xfrm>
          <a:prstGeom prst="roundRect">
            <a:avLst>
              <a:gd name="adj" fmla="val 16667"/>
            </a:avLst>
          </a:prstGeom>
          <a:solidFill>
            <a:srgbClr val="9E2B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9751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   ·   W1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2157984" cy="305409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6151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" y="3406140"/>
            <a:ext cx="100584" cy="100584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32688" y="32004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env.txt 키 6종 폐기·재발급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0664" y="3973068"/>
            <a:ext cx="100584" cy="100584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7673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밖으로 키 이전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" y="4539996"/>
            <a:ext cx="100584" cy="100584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" y="43342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 에 env.txt 추가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" y="5106924"/>
            <a:ext cx="100584" cy="100584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9011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docs/audit.py 로 유출 재검사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1975104"/>
            <a:ext cx="2157984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34640" y="19751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  ·   W1–2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468880"/>
            <a:ext cx="2157984" cy="305409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980944" y="26151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게이트웨이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008376" y="340614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0400" y="32004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ki-ledger MCP 서버 (읽기 7종)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08376" y="397306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00400" y="37673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스키마 확정 · 검증기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08376" y="453999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00400" y="43342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'해석' 등급 신설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08376" y="510692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00400" y="49011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PreToolUse 훅 화이트리스트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02352" y="1975104"/>
            <a:ext cx="2157984" cy="384048"/>
          </a:xfrm>
          <a:prstGeom prst="roundRect">
            <a:avLst>
              <a:gd name="adj" fmla="val 16667"/>
            </a:avLst>
          </a:prstGeom>
          <a:solidFill>
            <a:srgbClr val="2C3E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02352" y="19751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 ·   W3–4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02352" y="2468880"/>
            <a:ext cx="2157984" cy="305409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248656" y="26151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데스크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276088" y="3406140"/>
            <a:ext cx="100584" cy="100584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68112" y="32004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equity · quant · macro · execution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76088" y="3973068"/>
            <a:ext cx="100584" cy="100584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68112" y="37673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절 매핑 (§3~§7)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76088" y="4539996"/>
            <a:ext cx="100584" cy="100584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68112" y="43342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산출은 초안까지 — 발행 안 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76088" y="5106924"/>
            <a:ext cx="100584" cy="100584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68112" y="49011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초안 품질 육안 대조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70064" y="1975104"/>
            <a:ext cx="2157984" cy="384048"/>
          </a:xfrm>
          <a:prstGeom prst="roundRect">
            <a:avLst>
              <a:gd name="adj" fmla="val 16667"/>
            </a:avLst>
          </a:prstGeom>
          <a:solidFill>
            <a:srgbClr val="5B4B8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370064" y="19751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 ·   W5–6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70064" y="2468880"/>
            <a:ext cx="2157984" cy="305409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7516368" y="26151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데스크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543800" y="3406140"/>
            <a:ext cx="100584" cy="1005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35824" y="32004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· compliance 구현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3973068"/>
            <a:ext cx="100584" cy="1005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735824" y="37673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①~⑥ 코드화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43800" y="4539996"/>
            <a:ext cx="100584" cy="1005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735824" y="43342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거부권 · 반려 사유 기록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43800" y="5106924"/>
            <a:ext cx="100584" cy="1005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735824" y="49011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4-eyes 강제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637776" y="1975104"/>
            <a:ext cx="2157984" cy="384048"/>
          </a:xfrm>
          <a:prstGeom prst="roundRect">
            <a:avLst>
              <a:gd name="adj" fmla="val 16667"/>
            </a:avLst>
          </a:prstGeom>
          <a:solidFill>
            <a:srgbClr val="1F6B4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37776" y="19751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  ·   W7–9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637776" y="2468880"/>
            <a:ext cx="2157984" cy="305409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9784080" y="261518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 통합 · 병행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811512" y="3406140"/>
            <a:ext cx="100584" cy="100584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003536" y="32004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ic-chair 조립 · 쟁점 정렬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811512" y="3973068"/>
            <a:ext cx="100584" cy="100584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003536" y="37673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병행 운영 (사람 vs 에이전트)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811512" y="4539996"/>
            <a:ext cx="100584" cy="100584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003536" y="43342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원인 전수 분석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11512" y="5106924"/>
            <a:ext cx="100584" cy="100584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003536" y="49011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계측 후 전환 결정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6928" y="5632704"/>
            <a:ext cx="3602736" cy="621792"/>
          </a:xfrm>
          <a:prstGeom prst="roundRect">
            <a:avLst>
              <a:gd name="adj" fmla="val 11765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749808" y="5705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종료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749808" y="5943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원장을 읽을 수는 있고 쓸 수는 없는 상태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325112" y="5632704"/>
            <a:ext cx="3602736" cy="621792"/>
          </a:xfrm>
          <a:prstGeom prst="roundRect">
            <a:avLst>
              <a:gd name="adj" fmla="val 11765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4507992" y="5705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종료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4507992" y="5943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게이트가 실제로 발행을 멈출 수 있는 상태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083296" y="5632704"/>
            <a:ext cx="3602736" cy="621792"/>
          </a:xfrm>
          <a:prstGeom prst="roundRect">
            <a:avLst>
              <a:gd name="adj" fmla="val 11765"/>
            </a:avLst>
          </a:prstGeom>
          <a:solidFill>
            <a:srgbClr val="EDF1F9"/>
          </a:solidFill>
          <a:ln w="12700">
            <a:solidFill>
              <a:srgbClr val="C6D2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8266176" y="5705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종료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8266176" y="5943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2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2주 결과로 전환 여부를 사람이 결정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5120640" cy="512064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31520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주에 할 것과, 무엇으로 성공을 판정할 것인가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16274A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00784"/>
            <a:ext cx="384048" cy="384048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6종 폐기·재발급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1911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 · DART · ECOS · FRED · KIS(앱키+시크릿). env.txt 는 삭제한다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16276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8A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· 오늘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37744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16274A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560320"/>
            <a:ext cx="384048" cy="384048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2487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위생 재검사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 에 env.txt 추가 후 docs/audit.py 전수 실행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24871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8A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· 오늘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236976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16274A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419856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3346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스키마 1장 확정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3630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 · '해석' 등급 정의 · null 규칙. 코드보다 먼저 합의한다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3467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096512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16274A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4279392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8096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ki-ledger MCP 골격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4489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facts · candles · factors 세 개만 먼저. 쓰기 도구는 만들지 않는다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27648" y="42062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956048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16274A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5138928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8096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16736" y="5065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1개 시범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316736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quant-researcher 하나만 붙여 §6 초안을 뽑고 사람이 육안 대조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506577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1517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판정 지표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1920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23408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 없는 주장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2578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② 반려 건수 = 0 이어야 한다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3401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오염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3639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에 에이전트 기원 레코드 0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40416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0" y="4462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미채택 논문 인용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863840" y="4700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③ · selftest 가 함께 검사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51023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4h → 30m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7863840" y="55229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회의자료 준비 시간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863840" y="5760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2주 실측으로 판정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623620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검토용 · 대외비  ·  투자권유 · 투자자문 자료가 아니며, 최종 판단과 책임은 이용자에게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추가되는 것 — 파일 배치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파일은 하나도 옮기지 않는다. 아래는 전부 새로 생기는 경로다.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6126480" cy="4224528"/>
          </a:xfrm>
          <a:prstGeom prst="roundRect">
            <a:avLst>
              <a:gd name="adj" fmla="val 1732"/>
            </a:avLst>
          </a:prstGeom>
          <a:solidFill>
            <a:srgbClr val="12203C"/>
          </a:solidFill>
          <a:ln/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83664"/>
            <a:ext cx="566928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Stock_Agent/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stock-monitor/          변경 없음 (ki_monitor.py 8,684줄)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        변경 없음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agents/                 ← 새로 생김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ki_ledger_mcp.py       MCP 서버 · 읽기 7종 (~200줄)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envelope.py            봉투 스키마 · 검증기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gates.py               게이트 ①~⑥ 검사기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.claude/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agents/                데스크 8개 정의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equity-analyst.md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quant-researcher.md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macro-strategist.md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execution-trader.md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risk-officer.md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compliance-officer.md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data-ops.md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ic-chair.md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skills/                규칙 4종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source-grading/     등급 판정 기준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envelope-schema/    봉투 작성법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paper-adoption/     논문 채택 심사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compliance-gate/    게이트 판정 기준</a:t>
            </a:r>
            <a:endParaRPr lang="en-US" sz="850" dirty="0"/>
          </a:p>
          <a:p>
            <a:pPr indent="0" marL="0">
              <a:lnSpc>
                <a:spcPts val="1120"/>
              </a:lnSpc>
              <a:buNone/>
            </a:pPr>
            <a:r>
              <a:rPr lang="en-US" sz="850" dirty="0">
                <a:solidFill>
                  <a:srgbClr val="C9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settings.json          훅 · MCP 등록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76288" y="1773936"/>
            <a:ext cx="47548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77456" y="1947672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96912" y="1883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는 열지 않는다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77456" y="217627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CRLF 파일이라 편집 도구가 줄바꿈을 바꾸면 파일 전체가 diff 에 잡힌다. 감싸기만 하고 손대지 않는 이유이기도 하다.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76288" y="2852928"/>
            <a:ext cx="47548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77456" y="3026664"/>
            <a:ext cx="137160" cy="137160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962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.claude/settings.json 은 팀 공용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77456" y="3255264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훅과 MCP 등록은 커밋한다. settings.local.json 만 개인 설정으로 제외한다 — 기존 .gitignore 규칙 그대로다.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76288" y="3931920"/>
            <a:ext cx="47548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4105656"/>
            <a:ext cx="137160" cy="137160"/>
          </a:xfrm>
          <a:prstGeom prst="ellipse">
            <a:avLst/>
          </a:prstGeom>
          <a:solidFill>
            <a:srgbClr val="1F6B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6912" y="4041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게이트는 selftest 와 나란히 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agents/gates.py --selftest 를 기존 128개 옆에 붙인다. 검증은 한 곳에서 돌아야 실제로 돌아간다.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76288" y="5010912"/>
            <a:ext cx="47548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77456" y="5184648"/>
            <a:ext cx="137160" cy="13716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5120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규칙은 확장한다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5413248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산출 봉투도 포트폴리오사 실명을 담는다. out/ 과 같은 등급으로 .gitignore 에 넣는다.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5566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쓰는 파이썬 코드 약 400줄 · 나머지는 마크다운 정의 파일 · 기존 코드 변경 0줄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Agent 에이전트화 방안</dc:title>
  <dc:subject>PptxGenJS Presentation</dc:subject>
  <dc:creator>Stock Agent</dc:creator>
  <cp:lastModifiedBy>Stock Agent</cp:lastModifiedBy>
  <cp:revision>1</cp:revision>
  <dcterms:created xsi:type="dcterms:W3CDTF">2026-09-13T12:16:54Z</dcterms:created>
  <dcterms:modified xsi:type="dcterms:W3CDTF">2026-09-13T12:16:54Z</dcterms:modified>
</cp:coreProperties>
</file>